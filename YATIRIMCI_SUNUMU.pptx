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🎨 GÖRSEL DÖNÜŞTÜRÜCÜ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F2937"/>
                </a:solidFill>
              </a:defRPr>
            </a:pPr>
            <a:r>
              <a:t>Profesyonel Görsel İşleme 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0B981"/>
                </a:solidFill>
              </a:defRPr>
            </a:pPr>
            <a:r>
              <a:t>Desktop + Web Hibrit Çözüm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Nisan 2026 • Türkiye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❌ PAZARIN ACILARI - 6 TEMEL SORUN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🔒 GİZLİLİK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Dosyalar sunuculara</a:t>
            </a:r>
            <a:br/>
            <a:r>
              <a:t>yükleniyor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💰 YÜKSEK MALİYET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Photoshop: $240/yıl</a:t>
            </a:r>
            <a:br/>
            <a:r>
              <a:t>Canva Pro: $120/yıl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📉 KALİTE KAYBI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Online araçlar</a:t>
            </a:r>
            <a:br/>
            <a:r>
              <a:t>sıkıştırıyor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9260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⏱️ YAVAŞ İŞLEM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Sunucu yüklemesi +</a:t>
            </a:r>
            <a:br/>
            <a:r>
              <a:t>İşlem + İndirme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🎨 SINIRLI ÖZELLİK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Temel dönüşümler</a:t>
            </a:r>
            <a:br/>
            <a:r>
              <a:t>Profesyonel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4805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🌐 İNTERNET ZORUNLU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Offline</a:t>
            </a:r>
            <a:br/>
            <a:r>
              <a:t>çalışmıyor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✅ BİZİM ÇÖZÜMÜMÜZ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🖥️ MASAÜSTÜ UYGULAMASI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Offline çalışır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Dosyalar cihazınızda kalır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Anında işleme (1-2 saniye)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Sınırsız dosya boyutu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🌐 WEB UYGULAMASI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Platformdan bağımsız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Kurulum gerektirmez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Mobil uyumlu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Güvenli API (otomatik dosya silme)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🎯 TEK PLATFORM - ÇOKLU ERİŞİM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🎨 ÜRÜN ÖZELLİKLERİ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1️⃣ FORMAT DÖNÜŞTÜRME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JPG • PNG • WebP • AVIF • TIFF • BMP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2️⃣ AKILLI SIKIŞTIRMA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Hedef dosya boyutu • Otomatik kalite • %70 küçültme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3️⃣ PROFESYONEL RENK UZAYI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CMYK ↔ RGB • ICC profil • Matbaa hazırlığı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4️⃣ FİLİGRAN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9 konum • Opacity • Gölge • Tile desteği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5️⃣ TOPLU İŞLEM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Free: 10 dosya • Premium: 100+ dosya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📊 PAZAR BÜYÜKLÜĞÜ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$2.3 MİLYAR / YIL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Total Addressable Market (TAM)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🎯 BİREYSEL KULLANICILAR: 1.2 milyar potansiyel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🏢 KÜÇÜK İŞLETMELER: 350M SMB worldwide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🎨 PROFESYONELLER: 23M grafik tasarımcı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📈 YILLIK BÜYÜME: %8.5 CAGR (2026-2031)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⚔️ RAKIP KARŞILAŞTIRMA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onsolas"/>
              </a:defRPr>
            </a:pPr>
          </a:p>
          <a:p>
            <a:r>
              <a:t>BİZ          Canva Pro    Adobe        Online Tools</a:t>
            </a:r>
          </a:p>
          <a:p>
            <a:r>
              <a:t>────────────────────────────────────────────────────</a:t>
            </a:r>
          </a:p>
          <a:p>
            <a:r>
              <a:t>✅ Offline   ❌ Online    ❌ Online    ❌ Online</a:t>
            </a:r>
          </a:p>
          <a:p>
            <a:r>
              <a:t>✅ Gizli     ❌ Sunucu    ❌ Sunucu    ❌ Sunucu</a:t>
            </a:r>
          </a:p>
          <a:p>
            <a:r>
              <a:t>✅ 1-2sn     ⚠️ 5-10sn    ⚠️ 5-10sn    ⚠️ 10sn+</a:t>
            </a:r>
          </a:p>
          <a:p>
            <a:r>
              <a:t>✅ CMYK      ❌ Yok       ❌ Yok       ❌ Yok</a:t>
            </a:r>
          </a:p>
          <a:p>
            <a:r>
              <a:t>✅ 100+      ⚠️ 10        ⚠️ 15        ⚠️ 5-10</a:t>
            </a:r>
          </a:p>
          <a:p>
            <a:r>
              <a:t>$36/yıl      $120/yıl     $100/yıl     Ücretsiz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🏆 TEMEL FARKLILAŞMA: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Hibrit Model (Desktop + Web)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CMYK + ICC Profil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Gizlilik (Yerel işleme)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Maliyet Avantajı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📈 TRAKSİYON (6 AY - BOOTSTRAP)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Toplam Kayıt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1,850 kullanıcı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MAU (Active)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1,200 kullanıcı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8346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68 kullanıcı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5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Conversion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6615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%5.6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976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$204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19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Retention (30-gün)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2919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3B82F6"/>
                </a:solidFill>
              </a:defRPr>
            </a:pPr>
            <a:r>
              <a:t>%42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🎯 ORGANIK BÜYÜME - ZERO MARKETING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💹 FİNANSAL PROJEKSİYON (3 YIL)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2026 (Yıl Sonu)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B82F6"/>
                </a:solidFill>
              </a:defRPr>
            </a:pPr>
            <a:r>
              <a:t>25,000 MAU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$60,000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B82F6"/>
                </a:solidFill>
              </a:defRPr>
            </a:pPr>
            <a:r>
              <a:t>120,000 MAU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$379,200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B82F6"/>
                </a:solidFill>
              </a:defRPr>
            </a:pPr>
            <a:r>
              <a:t>450,000 MAU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5661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$1,614,000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🎯 UNIT ECONOMICS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LTV:CAC Ratio: 8:1 🏆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CAC: $30 | LTV: $240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Payback Period: 4 ay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EBITDA Margin: %54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💰 YATIRIM TALEBİ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$150,000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F2937"/>
                </a:solidFill>
              </a:defRPr>
            </a:pPr>
            <a:r>
              <a:t>Seed Round • Equity: %15-20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📊 FONLARIN KULLANIMI (18 Ay)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Personel (Ekip): $90,000 (60%)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Pazarlama &amp; Growth: $40,000 (27%)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Infrastructure: $10,000 (7%)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Legal &amp; Admin: $10,000 (7%)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18 Ay Hedef: 150,000 MAU • $216K ARR • Series A Hazır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PROFESYONEL GÖRSEL İŞLEMENİN</a:t>
            </a:r>
          </a:p>
          <a:p>
            <a:r>
              <a:t>DEMOKRATİKLEŞTİRİLMESİ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✓ Photoshop kalitesi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✓ TinyPNG hızı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✓ Offline gizliliği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✓ 1/10 fiyatına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🤝 BİRLİKTE BÜYÜYELIM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Sorularınız için hazırız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